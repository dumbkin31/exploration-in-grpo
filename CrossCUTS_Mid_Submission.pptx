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present our mid-submission progress on CrossCUTS: Token- and Language-Level Exploration in Group Relative Policy Optimization (GRPO). We report our empirical findings replicating Mixed-CUTS, provide an in-depth diagnosis of observed training dynamics, and lay out our path forward toward multilingual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standard RLVR, group relative policy optimization computes advantages by normalizing rewards within a group. However, as base models scale, datasets like MATH become saturated. When all rollouts are correct, the variance vanishes, giving zero gradient signal. The model becomes 'too correct to learn'.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frame our research around three primary questions: (1) Does CUTS help when the dataset is already hard (DAPO-17K)? (2) Does it stabilize multilingual reasoning? (3) Can we synergize token uniformization with polyglot language exploration?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CUTS operates in four phases: Top-K selection, probability threshold filtering, uniform distribution equalization, and prefix protection. In Mixed-CUTS, rollouts are evenly divided into 8 standard and 8 CUTS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complete experimental setup. We trained both arms on dedicated H200 GPUs. Note that due to early hardware constraints on Ada, our implementation utilized LoRA with r=64 and lr=1e-5, whereas the original paper fine-tuned all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empirical saturation test validates the paper's core hypothesis: on MATH, Qwen3-1.7B solves 73% of prompts with 16 out of 16 correct. In contrast, on DAPO-17K, 32% of prompts fail completely. This establishes our two experimental testing grounds.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core evaluation results across MATH-500, AIME24, AIME25, and AMC23. Standard GRPO improves upon the base model (e.g. AIME24 rises from 13.8% to 23.5%), whereas Mixed-CUTS underperformed and degraded further at step 50. This direct inversion of the paper's findings led us to conduct an intensive root-cause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at the training dynamics: while the paper reported increasing entropy and longer reasoning chains, our Mixed-CUTS run showed immediate entropy collapse to 0.033, response length shrinkage, and a sudden KL explosion around step 48 to 56. Both arms diverged, but Mixed-CUTS diverged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isolated four fundamental causes: (1) Missing sequence length normalization: verl's token-mean overweighted long failing rollouts. (2) Advantage asymmetry: negative penalties were 7x stronger than rewards. (3) low_var_kl has pi_theta in the denominator, exploding when tokens are suppressed. (4) LoRA capacity limitations at high learning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exact code and configuration fixes: (1) Set loss_agg_mode to seq-mean-token-mean in base_grpo.yaml. (2) Switch kl_loss_type to standard kl. (3) Switch to full fine-tuning or calibrate LoRA lr. (4) Remove digit-only filter in reward.py.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updated timeline spans 4 weeks: Week 1 focuses on retraining with our fixes. Week 2 evaluates on DAPO-17K. Week 3 implements PolyGRPO. Week 4 synthesizes both into the final CrossCUTS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we have validated benchmark saturation, diagnosed the divergence root causes down to specific configuration lines, and established a clear 4-week roadmap to complete the CrossCUTS framework. Thank you,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347472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CrossCUTS</a:t>
            </a:r>
          </a:p>
          <a:p>
            <a:pPr>
              <a:spcBef>
                <a:spcPts val="800"/>
              </a:spcBef>
              <a:defRPr sz="2600" b="1">
                <a:solidFill>
                  <a:srgbClr val="0284C7"/>
                </a:solidFill>
              </a:defRPr>
            </a:pPr>
            <a:r>
              <a:t>Token- and Language-Level Exploration in GRPO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Mid-Submission Technical Progress, Diagnostic Analysis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Project Team: Ananya Agarwal (2024114007) | Arushi Shukla (2024101075) | Krishna Kaundinya P (2024101021) | Lohith Kola (2024101132)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International Institute of Information Technology, Hyderabad (IIIT-H) • ANLP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Motivation: The 'Too Correct to Learn' Bottleneck in RLVR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The Promise of GRPO (Shao et al., 2024)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Reinforcement Learning with Verifiable Rewards (RLVR) directly optimizes mathematical accuracy via rule-based verifiers.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GRPO eliminates value critics by estimating baselines directly from G sampled rollouts per prompt.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Advantage Formulation:</a:t>
            </a:r>
            <a:br/>
            <a:r>
              <a:t>  Â_i = (r_i - mean({r_j})) / (std({r_j}) + ε)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Crucial Requirement: GRPO strictly requires intra-group reward variance (std &gt; 0) to provide learning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The Saturation Trap (Liang et al., 2026)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Benchmark Saturation: Strong base models (e.g. Qwen3) achieve high baseline solve rates on standard datasets like MATH.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Vanishing Advantages: When all G rollouts succeed (r_i = 1 for all i), std({r}) = 0. The standardized advantage Â_i collapses to zero.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Consequence: The policy receives zero gradient across majority of training prompts and becomes trapped in local optima.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Core Thesis: We must intervene at decoding time to re-introduce diversity and preserve intra-group advantage variance.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Statement: Token- &amp; Language-Level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1. Beyond Saturation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Does token uniformization (Mixed-CUTS) still provide gains when trained on non-saturated, intrinsically hard data (DAPO-17K)?</a:t>
            </a:r>
            <a:br/>
            <a:br/>
            <a:r>
              <a:t>Hypothesis: On difficult datasets with natural reward variance, token-level exploration overhead may yield diminishing returns.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2. Multilingual Reasoning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How does Mixed-CUTS behave when reasoning in non-English or low-resource languages where probability distributions are noisier?</a:t>
            </a:r>
            <a:br/>
            <a:br/>
            <a:r>
              <a:t>Motivation: Token distributions in low-resource tokens may have longer tails, altering the filtering dynamics of CUTS.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3. Exploration Interaction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Are token-level exploration (Mixed-CUTS) and language-level exploration (PolyGRPO) complementary or conflicting?</a:t>
            </a:r>
            <a:br/>
            <a:br/>
            <a:r>
              <a:t>Goal: Build a unified 'CrossCUTS' framework combining orthogonal diversity axes without altering the ground-truth verifier.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Methodology: Constrained Uniform Top-K Sampling (CUTS)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1. Select (Top-K)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At decoding step t, extract the K highest-probability tokens V_top-K from model distribution P_θ(· | x_&lt;t).</a:t>
            </a:r>
            <a:br/>
            <a:br/>
            <a:r>
              <a:t>Default: K = 5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2. Filter (δ-Constraint)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Filter candidates below minimum probability threshold δ:</a:t>
            </a:r>
            <a:br/>
            <a:br/>
            <a:r>
              <a:t>S_t = { v ∈ V_top-K : P_θ(v) ≥ δ }</a:t>
            </a:r>
            <a:br/>
            <a:br/>
            <a:r>
              <a:t>Default: δ = 0.03 (avoids tail noise).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60320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3. Equalize (Uniform)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Flatten proposal distribution uniformly over survivors:</a:t>
            </a:r>
            <a:br/>
            <a:br/>
            <a:r>
              <a:t>Q(x_t = v) = 1 / |S_t| for v ∈ S_t</a:t>
            </a:r>
            <a:br/>
            <a:br/>
            <a:r>
              <a:t>Decouples sampling from greedy model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60320" cy="3017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4. Prefix Protection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Maintain standard sampling for first T_warm tokens:</a:t>
            </a:r>
            <a:br/>
            <a:br/>
            <a:r>
              <a:t>Default: T_warm = 5 tokens</a:t>
            </a:r>
            <a:br/>
            <a:br/>
            <a:r>
              <a:t>Preserves initial prompt setup and reasoning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Mixed-CUTS Dual-Stream Rollout Structure (G = 16)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Exploitation Batch (G_std = 8): Rollouts sampled via standard autoregressive decoding P_θ to preserve policy confidence.</a:t>
            </a:r>
            <a:br/>
            <a:r>
              <a:t>• Exploration Batch (G_CUTS = 8): Rollouts generated via CUTS operator Q to uncover plausible under-explored paths.</a:t>
            </a:r>
            <a:br/>
            <a:r>
              <a:t>• Advantages computed jointly over combined group G = G_std ∪ G_CUTS, restoring non-zero advantage variance.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Experimental Setup &amp; System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02575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Detail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Qwen3-1.7B (Non-thinking mode, max response length 5,000 tokens)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RL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verl v0.9.0 (Synchronous PPO trainer, Ray distributed, TransferQueue)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Inference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vLLM v0.24.0 (Custom C++/Python LogitsProcessor in Model Runner V1)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Hardware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2x NVIDIA H200 SXM (141 GB VRAM each) on Jarvislabs (1 GPU per arm)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Parameter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LoRA (r = 64, α = 128 on all linear layers, lr = 1e-5 constant, bf16)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Group &amp; 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Group Size G = 16 (8 std + 8 CUTS), Global Batch = 128 prompts (2,048 seq/step)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Loss &amp; Optimization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PPO mini-batch = 32 prompts, low-var KL coefficient = 1e-3, Rollout Temp = 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Training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MATH Training Set filtered to numeric answers (7,382 prompts)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Evaluated Benchmarks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MATH-500, AIME24, AIME25, AMC23, GPQA-Diamond (16 samples per problem)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Progress: Empirical Verification of Saturation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Reward Distribution Across Prompts (16 Rollouts)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MATH Dataset (1,590 prompts evaluated):</a:t>
            </a:r>
            <a:br/>
            <a:r>
              <a:t>• ~73% (1,160 prompts) are solved 16/16 correctly.</a:t>
            </a:r>
            <a:br/>
            <a:r>
              <a:t>• ~80% have ≥15/16 rollouts correct.</a:t>
            </a:r>
            <a:br/>
            <a:r>
              <a:t>• Only ~2% have 0 correct rollouts.</a:t>
            </a:r>
            <a:br/>
            <a:r>
              <a:t>• Confirms severe saturation: GRPO receives zero gradient signal on ~75% of prompts.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DAPO-17K Dataset (160 sample prompts):</a:t>
            </a:r>
            <a:br/>
            <a:r>
              <a:t>• Only ~2-3% of prompts are fully solved.</a:t>
            </a:r>
            <a:br/>
            <a:r>
              <a:t>• ~32% have 0/16 correct rollouts (all wrong).</a:t>
            </a:r>
            <a:br/>
            <a:r>
              <a:t>• Fails due to intrinsic difficulty, not homogeneity.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Experimental Regimes Defined:</a:t>
            </a:r>
            <a:br/>
            <a:r>
              <a:t>• MATH: Saturated domain where CUTS is expected to restore variance.</a:t>
            </a:r>
            <a:br/>
            <a:r>
              <a:t>• DAPO-17K: Hard domain to test whether CUTS adds value beyond saturation.</a:t>
            </a:r>
          </a:p>
        </p:txBody>
      </p:sp>
      <p:pic>
        <p:nvPicPr>
          <p:cNvPr id="6" name="Picture 5" descr="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Benchmark Evaluation: Qwen3-1.7B Across 5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280160"/>
                <a:gridCol w="1280160"/>
                <a:gridCol w="1280160"/>
                <a:gridCol w="1371600"/>
                <a:gridCol w="1401775"/>
              </a:tblGrid>
              <a:tr h="3169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Model / Checkpoint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Pass@1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maj@16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Pass@16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Mean Tokens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Truncated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Base Model (Qwen3-1.7B)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MATH-500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2548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AMC23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1406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Standard GRPO (Step 40)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MATH-500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1258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23.5%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3935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55.0%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AMC23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53.0%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2355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Mixed-CUTS (Step 40)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MATH-500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71.5%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963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2978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27.3%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AMC23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55.0%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1713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Mixed-CUTS (Step 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MATH-500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75.6%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AIME25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2973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Training Dynamics: The Failure Mode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Observed Anomalies vs. Published Curves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1. Entropy Collapse (The Exact Opposite of Paper):</a:t>
            </a:r>
            <a:br/>
            <a:r>
              <a:t>• Paper: Policy entropy steadily climbed from 0.23 to 0.40.</a:t>
            </a:r>
            <a:br/>
            <a:r>
              <a:t>• Our Run: Policy entropy crashed from 0.23 to 0.033 by step 41!</a:t>
            </a:r>
            <a:br/>
            <a:r>
              <a:t>• The model became hyper-greedy and brittle.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2. Response Length Shrinkage:</a:t>
            </a:r>
            <a:br/>
            <a:r>
              <a:t>• Paper: CUTS trajectories peaked over 1,800 tokens.</a:t>
            </a:r>
            <a:br/>
            <a:r>
              <a:t>• Our Run: Response lengths shrank from 976 to 842 tokens.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3. KL Divergence Explosion:</a:t>
            </a:r>
            <a:br/>
            <a:r>
              <a:t>• KL rose 5x faster in Mixed-CUTS (step 20: 0.091 vs 0.018 in GRPO).</a:t>
            </a:r>
            <a:br/>
            <a:r>
              <a:t>• At step 56, KL spiked to 3.79, and validation crashed to 0.3%.</a:t>
            </a:r>
          </a:p>
        </p:txBody>
      </p:sp>
      <p:pic>
        <p:nvPicPr>
          <p:cNvPr id="6" name="Picture 5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Diagnosis: Why Did Mixed-CUTS Underperform?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Discrepancy 1: Missing Equation (2) Length Normalization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The paper's loss in Eq. (2) explicitly normalizes each rollout by its own length (1/|o_i|):</a:t>
            </a:r>
            <a:br/>
            <a:r>
              <a:t>  L = (1/G) * Σ (1/|o_i|) * Σ_t min(ratio * Â, clip * Â)</a:t>
            </a:r>
            <a:br/>
            <a:r>
              <a:t>Our implementation used verl's default 'token-mean' (global batch token sum). Long failing CUTS rollouts (3k-5k tokens) received 3x-4x more penalty weight than short correct rollouts, severely penalizing length and exploration.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Discrepancy 2: Saturated Group Advantage Asymmetry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On saturated prompts, 8/8 standard rollouts succeed (r=1). When CUTS explores and yields 2 failures (r=0):</a:t>
            </a:r>
            <a:br/>
            <a:r>
              <a:t>  Â_correct = +0.38    vs.    Â_failed = -2.65</a:t>
            </a:r>
            <a:br/>
            <a:r>
              <a:t>The penalty on exploratory tokens was 7x stronger than rewards. Because CUTS forced uniform sampling of low-prob tokens (P ≥ 0.03), their probabilities were aggressively crushed to zero, causing entropy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Discrepancy 3: KL Penalty Blowup under low_var_kl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The Schulman k3 estimator computes:</a:t>
            </a:r>
            <a:br/>
            <a:r>
              <a:t>  D_KL ≈ (π_ref / π_θ) - log(π_ref / π_θ) - 1</a:t>
            </a:r>
            <a:br/>
            <a:r>
              <a:t>Notice π_θ is in the denominator. When penalized exploratory tokens have π_θ → 0, (π_ref / π_θ) explodes to infinity, triggering the catastrophic divergence at step 48-56.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t>Discrepancy 4: LoRA Bottleneck at High Learning Rate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The paper used Full Parameter Fine-Tuning at lr ≈ 1e-6. We used LoRA (r=64, α=128) at lr = 1e-5 (10x higher). Low-rank adapter updates ΔW = BA saturated rapidly under conflicting exploration/exploitation gradients.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Targeted Code &amp; Configuration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50" b="1">
                <a:solidFill>
                  <a:srgbClr val="0D9488"/>
                </a:solidFill>
              </a:defRPr>
            </a:pPr>
            <a:r>
              <a:t>1. Set Sequence-Normalized Loss in configs/train/base_grpo.yaml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Under actor_rollout_ref.actor:</a:t>
            </a:r>
            <a:br/>
            <a:r>
              <a:t>  loss_agg_mode: seq-mean-token-mean   # [FIX] Enforces Eq. (2) sequence-length normalization</a:t>
            </a:r>
            <a:br/>
            <a:r>
              <a:t>Normalizes each rollout by 1/|o_i| so long exploratory reasoning traces are not penalized.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50" b="1">
                <a:solidFill>
                  <a:srgbClr val="0284C7"/>
                </a:solidFill>
              </a:defRPr>
            </a:pPr>
            <a:r>
              <a:t>2. Stabilize KL Divergence Estimator in configs/train/base_grpo.yaml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Under actor_rollout_ref.actor:</a:t>
            </a:r>
            <a:br/>
            <a:r>
              <a:t>  kl_loss_type: kl                     # [FIX] Standard forward KL (avoids 1/π_θ denominator)</a:t>
            </a:r>
            <a:br/>
            <a:r>
              <a:t>  kl_loss_coef: 0.001</a:t>
            </a:r>
            <a:br/>
            <a:r>
              <a:t>Eliminates the denominator blowup when exploratory tokens receive negative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50" b="1">
                <a:solidFill>
                  <a:srgbClr val="1E3A8A"/>
                </a:solidFill>
              </a:defRPr>
            </a:pPr>
            <a:r>
              <a:t>3. Full Parameter Fine-Tuning or Calibrated LoRA in Memory Configs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On Hopper 80 GB GPUs, Qwen3-1.7B full fine-tuning requires only ~21 GB VRAM:</a:t>
            </a:r>
            <a:br/>
            <a:r>
              <a:t>  lora_rank: 0                         # [FIX] Full Parameter Fine-Tuning</a:t>
            </a:r>
            <a:br/>
            <a:r>
              <a:t>  optim.lr: 1.0e-6                     # [FIX] Paper's stable learning rate</a:t>
            </a:r>
            <a:br/>
            <a:r>
              <a:t>If constrained to LoRA, drop learning rate to 2e-6 with cosine schedule.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50" b="1">
                <a:solidFill>
                  <a:srgbClr val="475569"/>
                </a:solidFill>
              </a:defRPr>
            </a:pPr>
            <a:r>
              <a:t>4. Enable Symbolic Math Grading in src/mixed_cuts/reward.py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In extract_answer(solution_str):</a:t>
            </a:r>
            <a:br/>
            <a:r>
              <a:t>  # Remove strict digit requirement from training verifier; preserve all LaTeX expressions</a:t>
            </a:r>
            <a:br/>
            <a:r>
              <a:t>  return pred, True, len(pred) &gt; 0     # [FIX] Grade all valid symbolic answers with math-verify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CROSSCUTS PROJECT | MID-SUBMISSION TECHNICAL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Roadmap &amp; Updated Weekly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Week 1: Retraining &amp; Baseline Stabilization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Apply loss_agg_mode: seq-mean-token-mean and stabilized KL in base_grpo.yaml.</a:t>
            </a:r>
            <a:br/>
            <a:r>
              <a:t>• Retrain Qwen3-1.7B on MATH; verify entropy growth and replicate paper Table 1.</a:t>
            </a:r>
            <a:br/>
            <a:r>
              <a:t>• Model size adaptation: Port to Qwen3-0.6B to enable rapid, low-compute exploration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Week 2: Beyond-Saturation Stress Test (DAPO-17K &amp; Poly-MATH)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Train Mixed-CUTS on DAPO-17K to verify whether CUTS helps on naturally hard data.</a:t>
            </a:r>
            <a:br/>
            <a:r>
              <a:t>• Establish baseline multilingual evaluations across the Poly-MATH dataset.</a:t>
            </a:r>
            <a:br/>
            <a:r>
              <a:t>• Measure Advantage Collapse Rate (ACR) across easy vs. hard regimes.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Week 3: Language-Level Exploration (PolyGRPO)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Implement PolyGRPO rollout scheduling in agent_loop.py (unconstrained + language-forced rollouts).</a:t>
            </a:r>
            <a:br/>
            <a:r>
              <a:t>• Train and benchmark PolyGRPO on Poly-MATH dataset.</a:t>
            </a:r>
            <a:br/>
            <a:r>
              <a:t>• Analyze language-conditioned reasoning trajectories.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Week 4: CrossCUTS Synthesis &amp; Final Submission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Integrate Mixed-CUTS (token-level) + PolyGRPO (language-level) into unified CrossCUTS.</a:t>
            </a:r>
            <a:br/>
            <a:r>
              <a:t>• Run full 4-way ablation: Standard GRPO vs. Mixed-CUTS vs. PolyGRPO vs. CrossCUTS.</a:t>
            </a:r>
            <a:br/>
            <a:r>
              <a:t>• Comprehensive evaluation (Pass@1, Pass@16, maj@16) and final report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Key Mid-Submission Takeaways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Saturation Validated: MATH is 73% all-correct for Qwen3-1.7B, confirming the need for exploration.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Divergence Understood: Discrepancy between our run and paper traced to loss_agg_mode, low_var_kl blowup, and LoRA bottlenecks.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Clear Fix Implemented: Replacing token-mean with seq-mean-token-mean aligns our code with Eq. (2) and prevents entropy collapse.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✓ On Track for CrossCUTS: Confident path toward integrating token-level and polyglot language exploration.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Project Artifacts &amp; Discussion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Code Repository:</a:t>
            </a:r>
            <a:br/>
            <a:r>
              <a:t>github.com/dumbkin31/exploration-in-grpo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Curated Results &amp; Metrics:</a:t>
            </a:r>
            <a:br/>
            <a:r>
              <a:t>Located in results/h200-2026-10-01/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Model Checkpoints &amp; Rollout Dumps:</a:t>
            </a:r>
            <a:br/>
            <a:r>
              <a:t>HuggingFace: lokola13/mixed-cuts-h200-runs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W&amp;B Experiment Tracking:</a:t>
            </a:r>
            <a:br/>
            <a:r>
              <a:t>Project anlp-mixed-cuts/mixed-cuts</a:t>
            </a:r>
            <a:br/>
            <a:r>
              <a:t>Runs: math_grpo-h200-s1 &amp; math_mixed_cuts-h200-s1</a:t>
            </a:r>
          </a:p>
          <a:p>
            <a:pPr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Questions &amp;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